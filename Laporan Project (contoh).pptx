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8" autoAdjust="0"/>
    <p:restoredTop sz="94660"/>
  </p:normalViewPr>
  <p:slideViewPr>
    <p:cSldViewPr snapToGrid="0">
      <p:cViewPr varScale="1">
        <p:scale>
          <a:sx n="63" d="100"/>
          <a:sy n="63" d="100"/>
        </p:scale>
        <p:origin x="9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BEC54-FB72-89CE-BC5A-1E4C478566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33990-75B5-B792-6EF0-06BEAA06A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81667-6B3A-2890-66CC-5AF8427EE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EE22F6-455D-2C19-E1EE-5B9280E68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15C03-C641-21CC-51D3-102C3F489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488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68373-F069-6682-C166-6479453BE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3A5DA-3CD0-FEAE-1E58-0E57A73C92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08C574-A16A-B070-1FE6-AF8AB3731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979A5-CBF5-4F1B-4002-8FAEA7CED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FDA26B-154E-B1DD-613C-6459E4389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00584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556C5-2EBC-1DAC-B290-65D6B5C71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D0CD7-1983-BC17-4BEE-0DB3D7434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5ACA0-B7DA-92AF-38D5-3FC7B9988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72FC9-9B8D-F1C7-FDF9-906F2D4C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54F6A-FAD4-9ABC-F2C6-29F769A3E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74970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5EC16-DF30-5FF2-EA7E-9AA3E9BED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5792F-D711-7241-33A7-93FC5B5455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AD8DE2-F132-4D65-F42A-E1F533010F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DE4F9E-B871-6B0B-84D1-A67EA2E9B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D918DD-C3AE-5C78-3774-42F4DC52F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449F0-3EE4-5CFB-3D2C-E12C4C8BE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3942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824C-FBBA-B008-90FA-00DCDD4E2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40865-2A1C-B85D-C7D4-8A1DA98B9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0D020A-9F0B-40EE-09F6-4B7384ADE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C5F237-5802-E4FC-C459-BD01F6666B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4F2F5A-7299-2A5B-3376-EB427F5983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3B2E62-1789-C5B1-FE4E-095B3AAAF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394DFF-C70D-0B0D-90C9-32059079E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8C3DD-4568-822C-B257-6F058EA10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1632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1D92F-9C05-9F91-3E3B-B4DBF4E0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51754E-F5EE-1750-2301-C9F2AE50E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C03DA1-E4F7-2CDF-7404-1586D605E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5C243F-56B9-4F3E-0BDD-C66A862EF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2470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7F0C0F-165B-6635-9E33-D49D22AB9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6ED9B5-AA04-6362-127F-1033D7F74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3945E-0D15-743A-EE7D-9130EC1A6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45781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FCAA8-1FC8-1431-D182-0EFB09453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006204-ED5B-0214-11A9-6BF7D6BD5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9443F-3BD8-2638-EA88-8B38C1015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EBF0CD-0277-CE07-9BEB-B4DF0FDF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8821DD-3A07-33E5-FFE7-9FF717E5B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4F17D3-ED37-CFD7-30F5-86491F80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77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EDC89-D7D2-3300-88C2-F24440FF8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F5234D-A1D3-3824-1FED-D2FE1FCAB3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D8D08F-1BB8-ADE2-750D-5FB25FC77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342DC-E130-B8DB-BBD2-6FEAF7D4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1B217-1CEF-598F-1580-529A9F6D9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3B46D9-C9EB-3D44-87F8-459A3C051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52523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80E79-C163-DAD5-408D-6FBBCB809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12853B-791E-DA06-1FF0-C4B6BA0DE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770AF-3E72-EC6B-FB95-4E0DE12F0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C4E7-D42F-3800-3466-7FB599133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AE965-E3B0-2736-ECD3-C97D8BD84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034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CFE479-75F1-8A01-240E-0A5EDC064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757935-4CD2-5971-AE3B-161CA3737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0B1E2-72B6-F0A2-4482-2210EFFC3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7BF188-FD4C-41A5-1CAD-F4ADB3282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ECC40-D874-0F7C-19B0-30BDBD88C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45995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91EBAE-9576-8407-C074-7F9C703BF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D53498-0894-7206-C241-66EC7FAC8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34E13-DCE0-9325-8EED-D076E714BF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6CFF52-FFA2-4320-8F71-AF7F66DFA594}" type="datetimeFigureOut">
              <a:rPr lang="en-ID" smtClean="0"/>
              <a:t>31/01/2026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4EB81-8C19-3225-8BD0-6F176FA40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129BD-D4FA-E92C-F819-B73AA6A34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DAAF97-A22A-41DA-B584-AB9CFA362446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4107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FB205-9A55-D3EB-0685-8C8BF4B7D36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Laporan</a:t>
            </a:r>
            <a:r>
              <a:rPr lang="en-US" dirty="0"/>
              <a:t> Project (</a:t>
            </a:r>
            <a:r>
              <a:rPr lang="en-US" dirty="0" err="1"/>
              <a:t>contoh</a:t>
            </a:r>
            <a:r>
              <a:rPr lang="en-US"/>
              <a:t>)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26F29-14B2-D813-81B1-A4069B12D8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97246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Laporan Project (contoh)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ihsan surya</dc:creator>
  <cp:lastModifiedBy>ihsan surya</cp:lastModifiedBy>
  <cp:revision>1</cp:revision>
  <dcterms:created xsi:type="dcterms:W3CDTF">2026-01-31T13:45:32Z</dcterms:created>
  <dcterms:modified xsi:type="dcterms:W3CDTF">2026-01-31T13:45:47Z</dcterms:modified>
</cp:coreProperties>
</file>